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12e3022503464b" /><Relationship Type="http://schemas.openxmlformats.org/officeDocument/2006/relationships/extended-properties" Target="/docProps/app.xml" Id="R06f4b7d08fc24423" /><Relationship Type="http://schemas.openxmlformats.org/officeDocument/2006/relationships/officeDocument" Target="/ppt/presentation.xml" Id="Rc4ba2b3fc7ac4d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6e7464240e4c4c"/>
  </p:sldMasterIdLst>
  <p:notesMasterIdLst>
    <p:notesMasterId xmlns:r="http://schemas.openxmlformats.org/officeDocument/2006/relationships" r:id="R2ddceb7198d942e5"/>
  </p:notesMasterIdLst>
  <p:sldIdLst>
    <p:sldId xmlns:r="http://schemas.openxmlformats.org/officeDocument/2006/relationships" id="256" r:id="R251c5273740949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1852ce83142af" /><Relationship Type="http://schemas.openxmlformats.org/officeDocument/2006/relationships/slideMaster" Target="/ppt/slideMasters/slideMaster1.xml" Id="R346e7464240e4c4c" /><Relationship Type="http://schemas.openxmlformats.org/officeDocument/2006/relationships/notesMaster" Target="/ppt/notesMasters/notesMaster1.xml" Id="R2ddceb7198d942e5" /><Relationship Type="http://schemas.openxmlformats.org/officeDocument/2006/relationships/presProps" Target="/ppt/presProps.xml" Id="R46687ba542ca43fa" /><Relationship Type="http://schemas.openxmlformats.org/officeDocument/2006/relationships/tableStyles" Target="/ppt/tableStyles.xml" Id="Rdf8bbca89db34b3d" /><Relationship Type="http://schemas.openxmlformats.org/officeDocument/2006/relationships/slide" Target="/ppt/slides/slide1.xml" Id="R251c5273740949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86c43b9b4a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d280f6432b48c2" /><Relationship Type="http://schemas.openxmlformats.org/officeDocument/2006/relationships/notesMaster" Target="/ppt/notesMasters/notesMaster1.xml" Id="R852580b08cad4f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051130f9f41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5e1b6792a4a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c722cdaba49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04864ffa149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8ab7ee0574a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e5007fcde41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D96D92-8BDA-4D99-BF6C-096C3B7ED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9F7361-CF37-4079-9D60-4DBEB2993F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70A961-C614-4218-A2E0-97E90D0F2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391100-6170-4F42-8A7B-5F6FAA871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2650EE-4BD8-47E9-BEF3-D6E3F924FA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E5EAEA-75BA-47B1-AE35-D95820ADC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E09BBD-47DE-40F7-90FE-FC3092E39E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B81525-EB96-493C-8EA7-25696BE05E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CC072D-BBD7-4336-8EC3-1110E41ED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D2CC98-CA19-4E49-B7FC-BD67487483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629e64c44c4837" /><Relationship Type="http://schemas.openxmlformats.org/officeDocument/2006/relationships/slideLayout" Target="/ppt/slideLayouts/slideLayout1.xml" Id="R6f4d992c42cd4cfe" /><Relationship Type="http://schemas.openxmlformats.org/officeDocument/2006/relationships/slideLayout" Target="/ppt/slideLayouts/slideLayout2.xml" Id="Rd4a497c6db854505" /><Relationship Type="http://schemas.openxmlformats.org/officeDocument/2006/relationships/slideLayout" Target="/ppt/slideLayouts/slideLayout3.xml" Id="Re9f5654cd94c43ce" /><Relationship Type="http://schemas.openxmlformats.org/officeDocument/2006/relationships/slideLayout" Target="/ppt/slideLayouts/slideLayout4.xml" Id="R82411db47350453c" /><Relationship Type="http://schemas.openxmlformats.org/officeDocument/2006/relationships/slideLayout" Target="/ppt/slideLayouts/slideLayout5.xml" Id="Rb4c9801d0feb480c" /><Relationship Type="http://schemas.openxmlformats.org/officeDocument/2006/relationships/slideLayout" Target="/ppt/slideLayouts/slideLayout6.xml" Id="R6df58972ece2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d992c42cd4cfe"/>
    <p:sldLayoutId xmlns:r="http://schemas.openxmlformats.org/officeDocument/2006/relationships" id="2147483650" r:id="Rd4a497c6db854505"/>
    <p:sldLayoutId xmlns:r="http://schemas.openxmlformats.org/officeDocument/2006/relationships" id="2147483651" r:id="Re9f5654cd94c43ce"/>
    <p:sldLayoutId xmlns:r="http://schemas.openxmlformats.org/officeDocument/2006/relationships" id="2147483652" r:id="R82411db47350453c"/>
    <p:sldLayoutId xmlns:r="http://schemas.openxmlformats.org/officeDocument/2006/relationships" id="2147483653" r:id="Rb4c9801d0feb480c"/>
    <p:sldLayoutId xmlns:r="http://schemas.openxmlformats.org/officeDocument/2006/relationships" id="2147483654" r:id="R6df58972ece2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707a291954c1b" /><Relationship Type="http://schemas.openxmlformats.org/officeDocument/2006/relationships/notesSlide" Target="/ppt/notesSlides/notesSlide1.xml" Id="R3f567775d65948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DF04D-CB21-4BD9-A44D-C50414E8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733"/>
                </a:solidFill>
                <a:latin typeface="Arial"/>
                <a:ea typeface="Arial"/>
                <a:cs typeface="Arial"/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3A659-5F92-4C88-A323-1035D52B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36594B"/>
                </a:solidFill>
                <a:latin typeface="Arial"/>
                <a:ea typeface="Arial"/>
                <a:cs typeface="Arial"/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1328894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2026-10-12T13:08:04.1670000Z</dcterms:created>
  <dcterms:modified xsi:type="dcterms:W3CDTF">2026-10-12T13:08:04.1670000Z</dcterms:modified>
</coreProperties>
</file>