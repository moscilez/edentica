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57551f620c42be" /><Relationship Type="http://schemas.openxmlformats.org/officeDocument/2006/relationships/extended-properties" Target="/docProps/app.xml" Id="Racbb5123e4f546a0" /><Relationship Type="http://schemas.openxmlformats.org/officeDocument/2006/relationships/officeDocument" Target="/ppt/presentation.xml" Id="R25e1d79e5ee549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448b53f5c14ac1"/>
  </p:sldMasterIdLst>
  <p:notesMasterIdLst>
    <p:notesMasterId xmlns:r="http://schemas.openxmlformats.org/officeDocument/2006/relationships" r:id="Rd4929a8081114e7b"/>
  </p:notesMasterIdLst>
  <p:sldIdLst>
    <p:sldId xmlns:r="http://schemas.openxmlformats.org/officeDocument/2006/relationships" id="256" r:id="R19c9d26d71a448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9c4c92a7f14ec5" /><Relationship Type="http://schemas.openxmlformats.org/officeDocument/2006/relationships/slideMaster" Target="/ppt/slideMasters/slideMaster1.xml" Id="R6a448b53f5c14ac1" /><Relationship Type="http://schemas.openxmlformats.org/officeDocument/2006/relationships/notesMaster" Target="/ppt/notesMasters/notesMaster1.xml" Id="Rd4929a8081114e7b" /><Relationship Type="http://schemas.openxmlformats.org/officeDocument/2006/relationships/presProps" Target="/ppt/presProps.xml" Id="Rb33baad12b67412c" /><Relationship Type="http://schemas.openxmlformats.org/officeDocument/2006/relationships/tableStyles" Target="/ppt/tableStyles.xml" Id="Rece8b5565cb24bf7" /><Relationship Type="http://schemas.openxmlformats.org/officeDocument/2006/relationships/slide" Target="/ppt/slides/slide1.xml" Id="R19c9d26d71a448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77b914bc3a41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295c0a98094f92" /><Relationship Type="http://schemas.openxmlformats.org/officeDocument/2006/relationships/notesMaster" Target="/ppt/notesMasters/notesMaster1.xml" Id="Rdd7623b7c1cf43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e9f92956f547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d8c2c2d77b44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5d013bef94b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f62d2411f746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9f34eae7614e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be0ebad8624f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D00C21-9078-46D2-A47E-79E591525A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D6B9C14-CCB7-440E-9D09-9717A1C7C7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114A87C-9084-493A-9036-50A6B92343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9E5117-A73E-4D70-B91B-B1037EC51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99CBB5-606B-448D-A926-056D5B5818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B90D67E-B8D6-41F1-92FE-8CC374BF92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5698D1-3B30-4045-86A3-CC751FF34B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C6C4A3-55CE-441A-BBB0-4151B35A53F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DD9FB8-2D43-4BCD-AA87-907AF7FB2D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8E421B-7B1D-48D2-81C7-F047401395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032b187b9c4c80" /><Relationship Type="http://schemas.openxmlformats.org/officeDocument/2006/relationships/slideLayout" Target="/ppt/slideLayouts/slideLayout1.xml" Id="Rbe5cefeb430b4753" /><Relationship Type="http://schemas.openxmlformats.org/officeDocument/2006/relationships/slideLayout" Target="/ppt/slideLayouts/slideLayout2.xml" Id="Rc31ecbf4222c4437" /><Relationship Type="http://schemas.openxmlformats.org/officeDocument/2006/relationships/slideLayout" Target="/ppt/slideLayouts/slideLayout3.xml" Id="R7347a59df192428c" /><Relationship Type="http://schemas.openxmlformats.org/officeDocument/2006/relationships/slideLayout" Target="/ppt/slideLayouts/slideLayout4.xml" Id="R3cfe2ce3e29743af" /><Relationship Type="http://schemas.openxmlformats.org/officeDocument/2006/relationships/slideLayout" Target="/ppt/slideLayouts/slideLayout5.xml" Id="R08ca139ac4b94b07" /><Relationship Type="http://schemas.openxmlformats.org/officeDocument/2006/relationships/slideLayout" Target="/ppt/slideLayouts/slideLayout6.xml" Id="R457ddf2d9b9d4d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5cefeb430b4753"/>
    <p:sldLayoutId xmlns:r="http://schemas.openxmlformats.org/officeDocument/2006/relationships" id="2147483650" r:id="Rc31ecbf4222c4437"/>
    <p:sldLayoutId xmlns:r="http://schemas.openxmlformats.org/officeDocument/2006/relationships" id="2147483651" r:id="R7347a59df192428c"/>
    <p:sldLayoutId xmlns:r="http://schemas.openxmlformats.org/officeDocument/2006/relationships" id="2147483652" r:id="R3cfe2ce3e29743af"/>
    <p:sldLayoutId xmlns:r="http://schemas.openxmlformats.org/officeDocument/2006/relationships" id="2147483653" r:id="R08ca139ac4b94b07"/>
    <p:sldLayoutId xmlns:r="http://schemas.openxmlformats.org/officeDocument/2006/relationships" id="2147483654" r:id="R457ddf2d9b9d4d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577f9a2c524836" /><Relationship Type="http://schemas.openxmlformats.org/officeDocument/2006/relationships/notesSlide" Target="/ppt/notesSlides/notesSlide1.xml" Id="Ra016f0d507f24e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F66EC-D52B-4985-A39A-83451AFB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7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7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733"/>
                </a:solidFill>
                <a:latin typeface="Arial"/>
                <a:ea typeface="Arial"/>
                <a:cs typeface="Arial"/>
              </a:rPr>
              <a:t>Критическое мышление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1423A-B458-4F8F-882D-E338B088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3659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>
                <a:solidFill>
                  <a:srgbClr val="36594B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36594B"/>
                </a:solidFill>
                <a:latin typeface="Arial"/>
                <a:ea typeface="Arial"/>
                <a:cs typeface="Arial"/>
              </a:rPr>
              <a:t>Проверяйте первоисточник, дату публикации и контекст. Уверенный тон автора не заменяет доказательства.</a:t>
            </a:r>
          </a:p>
        </p:txBody>
      </p:sp>
    </p:spTree>
    <p:extLst>
      <p:ext uri="{BB962C8B-B14F-4D97-AF65-F5344CB8AC3E}">
        <p14:creationId xmlns:p14="http://schemas.microsoft.com/office/powerpoint/2010/main" val="1734606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2026-10-12T13:04:10.7020000Z</dcterms:created>
  <dcterms:modified xsi:type="dcterms:W3CDTF">2026-10-12T13:04:10.7020000Z</dcterms:modified>
</coreProperties>
</file>