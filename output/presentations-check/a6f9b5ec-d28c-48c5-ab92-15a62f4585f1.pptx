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f4b560f064869" /><Relationship Type="http://schemas.openxmlformats.org/officeDocument/2006/relationships/extended-properties" Target="/docProps/app.xml" Id="Rc32006616c5349f3" /><Relationship Type="http://schemas.openxmlformats.org/officeDocument/2006/relationships/officeDocument" Target="/ppt/presentation.xml" Id="Rdf0f35c42a1149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8616ab521b482a"/>
  </p:sldMasterIdLst>
  <p:notesMasterIdLst>
    <p:notesMasterId xmlns:r="http://schemas.openxmlformats.org/officeDocument/2006/relationships" r:id="Rbc0e49479e1e488e"/>
  </p:notesMasterIdLst>
  <p:sldIdLst>
    <p:sldId xmlns:r="http://schemas.openxmlformats.org/officeDocument/2006/relationships" id="256" r:id="R21740549a1c242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dfacfa906f4ac7" /><Relationship Type="http://schemas.openxmlformats.org/officeDocument/2006/relationships/slideMaster" Target="/ppt/slideMasters/slideMaster1.xml" Id="R688616ab521b482a" /><Relationship Type="http://schemas.openxmlformats.org/officeDocument/2006/relationships/notesMaster" Target="/ppt/notesMasters/notesMaster1.xml" Id="Rbc0e49479e1e488e" /><Relationship Type="http://schemas.openxmlformats.org/officeDocument/2006/relationships/presProps" Target="/ppt/presProps.xml" Id="R7078fab9d1724448" /><Relationship Type="http://schemas.openxmlformats.org/officeDocument/2006/relationships/tableStyles" Target="/ppt/tableStyles.xml" Id="R8985abe8bfeb4378" /><Relationship Type="http://schemas.openxmlformats.org/officeDocument/2006/relationships/slide" Target="/ppt/slides/slide1.xml" Id="R21740549a1c2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564fdcc69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c354b327c9480a" /><Relationship Type="http://schemas.openxmlformats.org/officeDocument/2006/relationships/notesMaster" Target="/ppt/notesMasters/notesMaster1.xml" Id="R799a4bf30723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0edae9a9341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893b31b2c4c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a0bc3a0e942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72a4a15cc4a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ab1a68ce545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b6055286a48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A2BB84-74C9-4AC2-B590-A82DAA168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416326-8FBE-48DC-B138-688069F9BE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17663F-A2FE-4DFF-87A5-2254BE1D69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3C3841-3CD8-4E6B-AF66-188818708B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2AB788-334B-4006-AD7E-D778E3034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BCBDC1-3A34-4B64-9AC0-BEC157B7A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417915-C2AC-43F2-9104-69EA57710F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A816D0-94F0-4804-BBFD-1645D5EEC9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2BCB7D-75DF-4865-A00D-A32D35FC8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B4B209-4C3A-49E1-B564-7780A13B2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4b0885c6974b5d" /><Relationship Type="http://schemas.openxmlformats.org/officeDocument/2006/relationships/slideLayout" Target="/ppt/slideLayouts/slideLayout1.xml" Id="R011217047f764c98" /><Relationship Type="http://schemas.openxmlformats.org/officeDocument/2006/relationships/slideLayout" Target="/ppt/slideLayouts/slideLayout2.xml" Id="R30f11aadff844eae" /><Relationship Type="http://schemas.openxmlformats.org/officeDocument/2006/relationships/slideLayout" Target="/ppt/slideLayouts/slideLayout3.xml" Id="Rd333f93b83484363" /><Relationship Type="http://schemas.openxmlformats.org/officeDocument/2006/relationships/slideLayout" Target="/ppt/slideLayouts/slideLayout4.xml" Id="R25a1f969e97d493e" /><Relationship Type="http://schemas.openxmlformats.org/officeDocument/2006/relationships/slideLayout" Target="/ppt/slideLayouts/slideLayout5.xml" Id="R78b74979548348b1" /><Relationship Type="http://schemas.openxmlformats.org/officeDocument/2006/relationships/slideLayout" Target="/ppt/slideLayouts/slideLayout6.xml" Id="R1f8eb29da6f542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1217047f764c98"/>
    <p:sldLayoutId xmlns:r="http://schemas.openxmlformats.org/officeDocument/2006/relationships" id="2147483650" r:id="R30f11aadff844eae"/>
    <p:sldLayoutId xmlns:r="http://schemas.openxmlformats.org/officeDocument/2006/relationships" id="2147483651" r:id="Rd333f93b83484363"/>
    <p:sldLayoutId xmlns:r="http://schemas.openxmlformats.org/officeDocument/2006/relationships" id="2147483652" r:id="R25a1f969e97d493e"/>
    <p:sldLayoutId xmlns:r="http://schemas.openxmlformats.org/officeDocument/2006/relationships" id="2147483653" r:id="R78b74979548348b1"/>
    <p:sldLayoutId xmlns:r="http://schemas.openxmlformats.org/officeDocument/2006/relationships" id="2147483654" r:id="R1f8eb29da6f542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b4dc76e4c4222" /><Relationship Type="http://schemas.openxmlformats.org/officeDocument/2006/relationships/notesSlide" Target="/ppt/notesSlides/notesSlide1.xml" Id="Rfae9028a0b1b46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7756A-39F1-47E1-B1CF-23EEA31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</a:defRPr>
            </a:pPr>
            <a:r>
              <a:rPr sz="3300" b="1">
                <a:solidFill>
                  <a:srgbClr val="203733"/>
                </a:solidFill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46A43-0046-4AD3-9D18-7D8826D3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</a:defRPr>
            </a:pPr>
            <a:r>
              <a:rPr sz="2100">
                <a:solidFill>
                  <a:srgbClr val="36594B"/>
                </a:solidFill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1207654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2026-10-12T12:06:22.6570000Z</dcterms:created>
  <dcterms:modified xsi:type="dcterms:W3CDTF">2026-10-12T12:06:22.6570000Z</dcterms:modified>
</coreProperties>
</file>