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ae70d5b9bc491d" /><Relationship Type="http://schemas.openxmlformats.org/officeDocument/2006/relationships/extended-properties" Target="/docProps/app.xml" Id="R769e65c7e1374689" /><Relationship Type="http://schemas.openxmlformats.org/officeDocument/2006/relationships/officeDocument" Target="/ppt/presentation.xml" Id="R7e87dcb92fae4b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10889f88be4a7b"/>
  </p:sldMasterIdLst>
  <p:notesMasterIdLst>
    <p:notesMasterId xmlns:r="http://schemas.openxmlformats.org/officeDocument/2006/relationships" r:id="Rd3ce3b7acf7a4db9"/>
  </p:notesMasterIdLst>
  <p:sldIdLst>
    <p:sldId xmlns:r="http://schemas.openxmlformats.org/officeDocument/2006/relationships" id="256" r:id="R34a9cc79403748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0c10ebfc004eb3" /><Relationship Type="http://schemas.openxmlformats.org/officeDocument/2006/relationships/slideMaster" Target="/ppt/slideMasters/slideMaster1.xml" Id="R3910889f88be4a7b" /><Relationship Type="http://schemas.openxmlformats.org/officeDocument/2006/relationships/notesMaster" Target="/ppt/notesMasters/notesMaster1.xml" Id="Rd3ce3b7acf7a4db9" /><Relationship Type="http://schemas.openxmlformats.org/officeDocument/2006/relationships/presProps" Target="/ppt/presProps.xml" Id="R5a31028318564ae2" /><Relationship Type="http://schemas.openxmlformats.org/officeDocument/2006/relationships/tableStyles" Target="/ppt/tableStyles.xml" Id="R89213396008f4552" /><Relationship Type="http://schemas.openxmlformats.org/officeDocument/2006/relationships/slide" Target="/ppt/slides/slide1.xml" Id="R34a9cc79403748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ad5ac319ca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b6f52f5b9f4c91" /><Relationship Type="http://schemas.openxmlformats.org/officeDocument/2006/relationships/notesMaster" Target="/ppt/notesMasters/notesMaster1.xml" Id="Rda856324e9c449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2e77fefc74a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090f6a47040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b5835c82d48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d6d9876f247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b1d9e0f5545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2bf252f55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C26AC-424C-40CC-827B-906F400566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0F9B94-6138-4973-86AA-21ADF4974E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927E08-A365-4A63-B4C1-14A0CB74C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D84765-44A7-4E20-B204-72A05C095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30E6B8-8A50-4693-A843-9557149E0D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AE2402-1417-4A4D-B350-FFAA96075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D5C36A-63EB-4511-B0DA-658917169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7DCD2C-9A58-488E-84B1-C1BFE3C706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0351EE-150C-432C-A6C5-04A580DA1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3BB979-6D22-4502-BAD4-6072C126A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27552b6a6d4659" /><Relationship Type="http://schemas.openxmlformats.org/officeDocument/2006/relationships/slideLayout" Target="/ppt/slideLayouts/slideLayout1.xml" Id="R271a4c277c1a41a5" /><Relationship Type="http://schemas.openxmlformats.org/officeDocument/2006/relationships/slideLayout" Target="/ppt/slideLayouts/slideLayout2.xml" Id="R2a98a5ad6c654c79" /><Relationship Type="http://schemas.openxmlformats.org/officeDocument/2006/relationships/slideLayout" Target="/ppt/slideLayouts/slideLayout3.xml" Id="R0d357c6d93af4ce5" /><Relationship Type="http://schemas.openxmlformats.org/officeDocument/2006/relationships/slideLayout" Target="/ppt/slideLayouts/slideLayout4.xml" Id="R2286d06fdf3a4531" /><Relationship Type="http://schemas.openxmlformats.org/officeDocument/2006/relationships/slideLayout" Target="/ppt/slideLayouts/slideLayout5.xml" Id="R7bf0398224d64327" /><Relationship Type="http://schemas.openxmlformats.org/officeDocument/2006/relationships/slideLayout" Target="/ppt/slideLayouts/slideLayout6.xml" Id="R92a8197f9b0248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1a4c277c1a41a5"/>
    <p:sldLayoutId xmlns:r="http://schemas.openxmlformats.org/officeDocument/2006/relationships" id="2147483650" r:id="R2a98a5ad6c654c79"/>
    <p:sldLayoutId xmlns:r="http://schemas.openxmlformats.org/officeDocument/2006/relationships" id="2147483651" r:id="R0d357c6d93af4ce5"/>
    <p:sldLayoutId xmlns:r="http://schemas.openxmlformats.org/officeDocument/2006/relationships" id="2147483652" r:id="R2286d06fdf3a4531"/>
    <p:sldLayoutId xmlns:r="http://schemas.openxmlformats.org/officeDocument/2006/relationships" id="2147483653" r:id="R7bf0398224d64327"/>
    <p:sldLayoutId xmlns:r="http://schemas.openxmlformats.org/officeDocument/2006/relationships" id="2147483654" r:id="R92a8197f9b0248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569f372634d95" /><Relationship Type="http://schemas.openxmlformats.org/officeDocument/2006/relationships/notesSlide" Target="/ppt/notesSlides/notesSlide1.xml" Id="R07df81e6d26a4d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9F757-2AB9-4617-8047-238506AD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</a:defRPr>
            </a:pPr>
            <a:r>
              <a:rPr sz="3300" b="1">
                <a:solidFill>
                  <a:srgbClr val="203733"/>
                </a:solidFill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06DB8-4BF0-4B15-A43E-CD0BB44A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</a:defRPr>
            </a:pPr>
            <a:r>
              <a:rPr sz="2100">
                <a:solidFill>
                  <a:srgbClr val="36594B"/>
                </a:solidFill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825180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2026-10-12T12:05:53.5600000Z</dcterms:created>
  <dcterms:modified xsi:type="dcterms:W3CDTF">2026-10-12T12:05:53.5600000Z</dcterms:modified>
</coreProperties>
</file>