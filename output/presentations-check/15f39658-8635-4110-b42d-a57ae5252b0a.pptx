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673c1d61044353" /><Relationship Type="http://schemas.openxmlformats.org/officeDocument/2006/relationships/extended-properties" Target="/docProps/app.xml" Id="R889f6069456b4c73" /><Relationship Type="http://schemas.openxmlformats.org/officeDocument/2006/relationships/officeDocument" Target="/ppt/presentation.xml" Id="Rd3fbaaee5bad443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913055624f4528"/>
  </p:sldMasterIdLst>
  <p:notesMasterIdLst>
    <p:notesMasterId xmlns:r="http://schemas.openxmlformats.org/officeDocument/2006/relationships" r:id="Rd837249f884b45eb"/>
  </p:notesMasterIdLst>
  <p:sldIdLst>
    <p:sldId xmlns:r="http://schemas.openxmlformats.org/officeDocument/2006/relationships" id="256" r:id="R1f343827db144e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c910b9c02ff4e1d" /><Relationship Type="http://schemas.openxmlformats.org/officeDocument/2006/relationships/slideMaster" Target="/ppt/slideMasters/slideMaster1.xml" Id="R33913055624f4528" /><Relationship Type="http://schemas.openxmlformats.org/officeDocument/2006/relationships/notesMaster" Target="/ppt/notesMasters/notesMaster1.xml" Id="Rd837249f884b45eb" /><Relationship Type="http://schemas.openxmlformats.org/officeDocument/2006/relationships/presProps" Target="/ppt/presProps.xml" Id="Ra74b54a79ac14ba0" /><Relationship Type="http://schemas.openxmlformats.org/officeDocument/2006/relationships/tableStyles" Target="/ppt/tableStyles.xml" Id="R2f13b2d01b1f4509" /><Relationship Type="http://schemas.openxmlformats.org/officeDocument/2006/relationships/slide" Target="/ppt/slides/slide1.xml" Id="R1f343827db144e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14e488d3ab4bc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d165391cab14026" /><Relationship Type="http://schemas.openxmlformats.org/officeDocument/2006/relationships/notesMaster" Target="/ppt/notesMasters/notesMaster1.xml" Id="R3f26e9a5470044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25df48b378452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7d57225496453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ce8277b06946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fe06609647426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c0c14fbcd4414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aeef3cc9064b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AEEFE6-3F8A-441E-AD34-80E13DCE67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5F9F796-0695-4A38-AAFD-0FE94365BE2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B153B2A-888E-4E1A-8D00-87067DC8D6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D30F046-0337-46AA-8BA8-D632BC918E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A1337DC-E7E5-4B95-B615-106EB07934E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ACECA7B-ED1C-495D-A779-D17C1BCDC7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A846681-752F-4C8D-85D1-3A786EEF99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5140B98-DC95-4EBD-96E3-5B7C04ED748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936B23-8285-4EF6-938D-5297B5D2AE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147D0E-74DF-48F3-B420-FB9CC2A02F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21ba409d2249b6" /><Relationship Type="http://schemas.openxmlformats.org/officeDocument/2006/relationships/slideLayout" Target="/ppt/slideLayouts/slideLayout1.xml" Id="Rbdaf822da11940ad" /><Relationship Type="http://schemas.openxmlformats.org/officeDocument/2006/relationships/slideLayout" Target="/ppt/slideLayouts/slideLayout2.xml" Id="R92346f77c1424695" /><Relationship Type="http://schemas.openxmlformats.org/officeDocument/2006/relationships/slideLayout" Target="/ppt/slideLayouts/slideLayout3.xml" Id="R83ea052dba104df7" /><Relationship Type="http://schemas.openxmlformats.org/officeDocument/2006/relationships/slideLayout" Target="/ppt/slideLayouts/slideLayout4.xml" Id="Rbf94d4ef45164996" /><Relationship Type="http://schemas.openxmlformats.org/officeDocument/2006/relationships/slideLayout" Target="/ppt/slideLayouts/slideLayout5.xml" Id="R5bece780112c4d2f" /><Relationship Type="http://schemas.openxmlformats.org/officeDocument/2006/relationships/slideLayout" Target="/ppt/slideLayouts/slideLayout6.xml" Id="R6b027aa7187b42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af822da11940ad"/>
    <p:sldLayoutId xmlns:r="http://schemas.openxmlformats.org/officeDocument/2006/relationships" id="2147483650" r:id="R92346f77c1424695"/>
    <p:sldLayoutId xmlns:r="http://schemas.openxmlformats.org/officeDocument/2006/relationships" id="2147483651" r:id="R83ea052dba104df7"/>
    <p:sldLayoutId xmlns:r="http://schemas.openxmlformats.org/officeDocument/2006/relationships" id="2147483652" r:id="Rbf94d4ef45164996"/>
    <p:sldLayoutId xmlns:r="http://schemas.openxmlformats.org/officeDocument/2006/relationships" id="2147483653" r:id="R5bece780112c4d2f"/>
    <p:sldLayoutId xmlns:r="http://schemas.openxmlformats.org/officeDocument/2006/relationships" id="2147483654" r:id="R6b027aa7187b42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7bc74d02774e3f" /><Relationship Type="http://schemas.openxmlformats.org/officeDocument/2006/relationships/notesSlide" Target="/ppt/notesSlides/notesSlide1.xml" Id="R8d948d96b14d41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5E16B-6233-4E9E-B0E9-0B70A3BEA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858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0373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03733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03733"/>
                </a:solidFill>
                <a:latin typeface="Arial"/>
                <a:ea typeface="Arial"/>
                <a:cs typeface="Arial"/>
              </a:rPr>
              <a:t>Критическое мышление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DC8ED-E1CF-4FD3-8708-2B192125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10858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>
                <a:solidFill>
                  <a:srgbClr val="3659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>
                <a:solidFill>
                  <a:srgbClr val="36594B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36594B"/>
                </a:solidFill>
                <a:latin typeface="Arial"/>
                <a:ea typeface="Arial"/>
                <a:cs typeface="Arial"/>
              </a:rPr>
              <a:t>Проверяйте первоисточник, дату публикации и контекст. Уверенный тон автора не заменяет доказательства.</a:t>
            </a:r>
          </a:p>
        </p:txBody>
      </p:sp>
    </p:spTree>
    <p:extLst>
      <p:ext uri="{BB962C8B-B14F-4D97-AF65-F5344CB8AC3E}">
        <p14:creationId xmlns:p14="http://schemas.microsoft.com/office/powerpoint/2010/main" val="3147830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2026-10-12T12:06:58.0820000Z</dcterms:created>
  <dcterms:modified xsi:type="dcterms:W3CDTF">2026-10-12T12:06:58.0820000Z</dcterms:modified>
</coreProperties>
</file>