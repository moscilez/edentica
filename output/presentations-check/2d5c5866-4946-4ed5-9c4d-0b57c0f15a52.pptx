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6eab879d794bc3" /><Relationship Type="http://schemas.openxmlformats.org/officeDocument/2006/relationships/extended-properties" Target="/docProps/app.xml" Id="Rbd7c9dae8ac64827" /><Relationship Type="http://schemas.openxmlformats.org/officeDocument/2006/relationships/officeDocument" Target="/ppt/presentation.xml" Id="R2e69a6aa147340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2d31a3fd04168"/>
  </p:sldMasterIdLst>
  <p:notesMasterIdLst>
    <p:notesMasterId xmlns:r="http://schemas.openxmlformats.org/officeDocument/2006/relationships" r:id="R9d35d13e7a9d46f8"/>
  </p:notesMasterIdLst>
  <p:sldIdLst>
    <p:sldId xmlns:r="http://schemas.openxmlformats.org/officeDocument/2006/relationships" id="256" r:id="Rb99ccecd144c47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240f82888411f" /><Relationship Type="http://schemas.openxmlformats.org/officeDocument/2006/relationships/slideMaster" Target="/ppt/slideMasters/slideMaster1.xml" Id="R95f2d31a3fd04168" /><Relationship Type="http://schemas.openxmlformats.org/officeDocument/2006/relationships/notesMaster" Target="/ppt/notesMasters/notesMaster1.xml" Id="R9d35d13e7a9d46f8" /><Relationship Type="http://schemas.openxmlformats.org/officeDocument/2006/relationships/presProps" Target="/ppt/presProps.xml" Id="Re4ad29e5c74c446b" /><Relationship Type="http://schemas.openxmlformats.org/officeDocument/2006/relationships/tableStyles" Target="/ppt/tableStyles.xml" Id="R6d242dbac7eb4044" /><Relationship Type="http://schemas.openxmlformats.org/officeDocument/2006/relationships/slide" Target="/ppt/slides/slide1.xml" Id="Rb99ccecd144c47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94c611a7694d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731bc20bd4e9e" /><Relationship Type="http://schemas.openxmlformats.org/officeDocument/2006/relationships/notesMaster" Target="/ppt/notesMasters/notesMaster1.xml" Id="Ra56927fe25b0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fd7df8f2243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0da9e766348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8fa36b02046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e9a5ed1b249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1c34b2cb542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5e0e28f2343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3ACF40-8D43-4B6E-BB96-FD3DB6F68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8E890C3-E6D5-4BA5-A33B-6F868DF3E5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1A8459-C95C-4C7A-8A26-41C4E6F16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3C60F4-1B05-4108-AB69-A94DAEFF9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1FE19F-9445-4CC7-934F-3496223389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6616F7-D4B9-48FE-BB20-7037BF8D6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D5D893-3CCD-4A15-BC8C-9A83944F03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82D2DA-026A-4935-B2F7-68F028ED079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26A14C-4105-4133-8A1F-3D04AE918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D667FC-BD16-436B-B8CF-A91EC9FFD2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933044ac764456" /><Relationship Type="http://schemas.openxmlformats.org/officeDocument/2006/relationships/slideLayout" Target="/ppt/slideLayouts/slideLayout1.xml" Id="Re6db66077d954ea8" /><Relationship Type="http://schemas.openxmlformats.org/officeDocument/2006/relationships/slideLayout" Target="/ppt/slideLayouts/slideLayout2.xml" Id="R85b867a8cb164d62" /><Relationship Type="http://schemas.openxmlformats.org/officeDocument/2006/relationships/slideLayout" Target="/ppt/slideLayouts/slideLayout3.xml" Id="R563f4637b3b54032" /><Relationship Type="http://schemas.openxmlformats.org/officeDocument/2006/relationships/slideLayout" Target="/ppt/slideLayouts/slideLayout4.xml" Id="R35c744cf33064cfe" /><Relationship Type="http://schemas.openxmlformats.org/officeDocument/2006/relationships/slideLayout" Target="/ppt/slideLayouts/slideLayout5.xml" Id="R6523e61f84f44104" /><Relationship Type="http://schemas.openxmlformats.org/officeDocument/2006/relationships/slideLayout" Target="/ppt/slideLayouts/slideLayout6.xml" Id="Rf5842dcb41ae4d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b66077d954ea8"/>
    <p:sldLayoutId xmlns:r="http://schemas.openxmlformats.org/officeDocument/2006/relationships" id="2147483650" r:id="R85b867a8cb164d62"/>
    <p:sldLayoutId xmlns:r="http://schemas.openxmlformats.org/officeDocument/2006/relationships" id="2147483651" r:id="R563f4637b3b54032"/>
    <p:sldLayoutId xmlns:r="http://schemas.openxmlformats.org/officeDocument/2006/relationships" id="2147483652" r:id="R35c744cf33064cfe"/>
    <p:sldLayoutId xmlns:r="http://schemas.openxmlformats.org/officeDocument/2006/relationships" id="2147483653" r:id="R6523e61f84f44104"/>
    <p:sldLayoutId xmlns:r="http://schemas.openxmlformats.org/officeDocument/2006/relationships" id="2147483654" r:id="Rf5842dcb41ae4d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1bf29a527491b" /><Relationship Type="http://schemas.openxmlformats.org/officeDocument/2006/relationships/notesSlide" Target="/ppt/notesSlides/notesSlide1.xml" Id="R8abc91ce665a4d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374A7-45A6-4AF6-8A66-2A42FEA5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</a:defRPr>
            </a:pPr>
            <a:r>
              <a:rPr sz="3300" b="1">
                <a:solidFill>
                  <a:srgbClr val="203733"/>
                </a:solidFill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F1A80-FF34-4A38-9509-F7931DCC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</a:defRPr>
            </a:pPr>
            <a:r>
              <a:rPr sz="2100">
                <a:solidFill>
                  <a:srgbClr val="36594B"/>
                </a:solidFill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545472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2026-10-12T12:05:25.8640000Z</dcterms:created>
  <dcterms:modified xsi:type="dcterms:W3CDTF">2026-10-12T12:05:25.8640000Z</dcterms:modified>
</coreProperties>
</file>