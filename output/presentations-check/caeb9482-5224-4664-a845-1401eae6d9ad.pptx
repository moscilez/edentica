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7e7613f384251" /><Relationship Type="http://schemas.openxmlformats.org/officeDocument/2006/relationships/extended-properties" Target="/docProps/app.xml" Id="R3af4a8b0a6eb4d6c" /><Relationship Type="http://schemas.openxmlformats.org/officeDocument/2006/relationships/officeDocument" Target="/ppt/presentation.xml" Id="R35920d65aace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7e783434b48ad"/>
  </p:sldMasterIdLst>
  <p:notesMasterIdLst>
    <p:notesMasterId xmlns:r="http://schemas.openxmlformats.org/officeDocument/2006/relationships" r:id="R60509e46978f407a"/>
  </p:notesMasterIdLst>
  <p:sldIdLst>
    <p:sldId xmlns:r="http://schemas.openxmlformats.org/officeDocument/2006/relationships" id="256" r:id="R1ff6e94746a049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1fba17923b4a4e" /><Relationship Type="http://schemas.openxmlformats.org/officeDocument/2006/relationships/slideMaster" Target="/ppt/slideMasters/slideMaster1.xml" Id="R9c57e783434b48ad" /><Relationship Type="http://schemas.openxmlformats.org/officeDocument/2006/relationships/notesMaster" Target="/ppt/notesMasters/notesMaster1.xml" Id="R60509e46978f407a" /><Relationship Type="http://schemas.openxmlformats.org/officeDocument/2006/relationships/presProps" Target="/ppt/presProps.xml" Id="Rc27af6d87b834ce6" /><Relationship Type="http://schemas.openxmlformats.org/officeDocument/2006/relationships/tableStyles" Target="/ppt/tableStyles.xml" Id="R3c564aa8c3bd4689" /><Relationship Type="http://schemas.openxmlformats.org/officeDocument/2006/relationships/slide" Target="/ppt/slides/slide1.xml" Id="R1ff6e94746a049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9d39a510d42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4b3eec63d140a2" /><Relationship Type="http://schemas.openxmlformats.org/officeDocument/2006/relationships/notesMaster" Target="/ppt/notesMasters/notesMaster1.xml" Id="R6dfbc05e05e4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034f99d6c43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769893b2140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3f5d977134e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ea4913c65e4e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85317f9b84e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bc8a0a5f340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1C4F73-B378-404F-8102-57A4334D7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F76E21-921C-4E74-9EFA-1EAEF2C6F8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4E77A4-836D-426E-9354-FEEAAB783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6B341-67BA-4DDB-902D-E5FFB75AA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5BA7F5-75F9-418F-9C57-CE797C8E97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58D399-4324-47EF-B8AE-1B00C1F11F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1E286A-B459-4945-B44C-D2C6E42E2E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5B7C558-9938-405C-9BA3-0E7466B82F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B924D2-F870-476F-B6F6-DF49160B6D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0741AD-846E-4CAD-B8FB-F8A783FA77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58a7021bb54c20" /><Relationship Type="http://schemas.openxmlformats.org/officeDocument/2006/relationships/slideLayout" Target="/ppt/slideLayouts/slideLayout1.xml" Id="Re6d8747bb5fe4925" /><Relationship Type="http://schemas.openxmlformats.org/officeDocument/2006/relationships/slideLayout" Target="/ppt/slideLayouts/slideLayout2.xml" Id="R037ab75b29744772" /><Relationship Type="http://schemas.openxmlformats.org/officeDocument/2006/relationships/slideLayout" Target="/ppt/slideLayouts/slideLayout3.xml" Id="R2f719d926176422b" /><Relationship Type="http://schemas.openxmlformats.org/officeDocument/2006/relationships/slideLayout" Target="/ppt/slideLayouts/slideLayout4.xml" Id="R353ff4d8b03b40a2" /><Relationship Type="http://schemas.openxmlformats.org/officeDocument/2006/relationships/slideLayout" Target="/ppt/slideLayouts/slideLayout5.xml" Id="Rab708299a49d466c" /><Relationship Type="http://schemas.openxmlformats.org/officeDocument/2006/relationships/slideLayout" Target="/ppt/slideLayouts/slideLayout6.xml" Id="Re546839a3773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8747bb5fe4925"/>
    <p:sldLayoutId xmlns:r="http://schemas.openxmlformats.org/officeDocument/2006/relationships" id="2147483650" r:id="R037ab75b29744772"/>
    <p:sldLayoutId xmlns:r="http://schemas.openxmlformats.org/officeDocument/2006/relationships" id="2147483651" r:id="R2f719d926176422b"/>
    <p:sldLayoutId xmlns:r="http://schemas.openxmlformats.org/officeDocument/2006/relationships" id="2147483652" r:id="R353ff4d8b03b40a2"/>
    <p:sldLayoutId xmlns:r="http://schemas.openxmlformats.org/officeDocument/2006/relationships" id="2147483653" r:id="Rab708299a49d466c"/>
    <p:sldLayoutId xmlns:r="http://schemas.openxmlformats.org/officeDocument/2006/relationships" id="2147483654" r:id="Re546839a3773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266631fb44870" /><Relationship Type="http://schemas.openxmlformats.org/officeDocument/2006/relationships/notesSlide" Target="/ppt/notesSlides/notesSlide1.xml" Id="R3772b234c5dc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A74C5-7F3D-4D5B-B282-E87EBE69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</a:defRPr>
            </a:pPr>
            <a:r>
              <a:rPr sz="3300" b="1">
                <a:solidFill>
                  <a:srgbClr val="203733"/>
                </a:solidFill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B3705-B88F-4325-9FFE-85BF1AF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</a:defRPr>
            </a:pPr>
            <a:r>
              <a:rPr sz="2100">
                <a:solidFill>
                  <a:srgbClr val="36594B"/>
                </a:solidFill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2003409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2026-10-12T11:08:37.4310000Z</dcterms:created>
  <dcterms:modified xsi:type="dcterms:W3CDTF">2026-10-12T11:08:37.4310000Z</dcterms:modified>
</coreProperties>
</file>