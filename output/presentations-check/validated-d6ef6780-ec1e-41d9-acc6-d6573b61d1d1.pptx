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8e0e64c6d84e92" /><Relationship Type="http://schemas.openxmlformats.org/officeDocument/2006/relationships/extended-properties" Target="/docProps/app.xml" Id="Rb046a1862d714ecb" /><Relationship Type="http://schemas.openxmlformats.org/officeDocument/2006/relationships/officeDocument" Target="/ppt/presentation.xml" Id="Rcbaf2bf837804e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f2817017ef4b30"/>
  </p:sldMasterIdLst>
  <p:notesMasterIdLst>
    <p:notesMasterId xmlns:r="http://schemas.openxmlformats.org/officeDocument/2006/relationships" r:id="Rc791809d2d104e54"/>
  </p:notesMasterIdLst>
  <p:sldIdLst>
    <p:sldId xmlns:r="http://schemas.openxmlformats.org/officeDocument/2006/relationships" id="256" r:id="R454fab6aa8c741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00ee59699149bb" /><Relationship Type="http://schemas.openxmlformats.org/officeDocument/2006/relationships/slideMaster" Target="/ppt/slideMasters/slideMaster1.xml" Id="R2af2817017ef4b30" /><Relationship Type="http://schemas.openxmlformats.org/officeDocument/2006/relationships/notesMaster" Target="/ppt/notesMasters/notesMaster1.xml" Id="Rc791809d2d104e54" /><Relationship Type="http://schemas.openxmlformats.org/officeDocument/2006/relationships/presProps" Target="/ppt/presProps.xml" Id="Rf4e53985af564574" /><Relationship Type="http://schemas.openxmlformats.org/officeDocument/2006/relationships/tableStyles" Target="/ppt/tableStyles.xml" Id="Rc618af21fe2049d0" /><Relationship Type="http://schemas.openxmlformats.org/officeDocument/2006/relationships/slide" Target="/ppt/slides/slide1.xml" Id="R454fab6aa8c741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1fb895228a4a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e08478c35a4410" /><Relationship Type="http://schemas.openxmlformats.org/officeDocument/2006/relationships/notesMaster" Target="/ppt/notesMasters/notesMaster1.xml" Id="Rb746d90b32ea40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1f095bbab41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86d8c521444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0f9f8336847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6fde9fcd447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63c8a04954a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c2ebcecfd4d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A73011-43E0-4D45-BC50-D85E68997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8EEA43-275A-4AF0-8EF5-FBCD0BEB6D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E4161C-6352-4739-8E99-1F6EADBBB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02A28B-5399-477B-93A1-8D8E7FAD41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699EE2-146F-4726-971E-6B49DF0D28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FD2231-F34C-4A66-A27A-1C06FE06B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2A1A8B-7201-4AE6-93E4-CFD6F6A37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D0755B-598E-458A-9DE3-083021F962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ED1082-7CDD-43F7-A139-832E2FFBC8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DCF3A9-4C52-4F06-A5A7-F4B4772E2A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866348619b41b2" /><Relationship Type="http://schemas.openxmlformats.org/officeDocument/2006/relationships/slideLayout" Target="/ppt/slideLayouts/slideLayout1.xml" Id="Rd54d4ae88ef14610" /><Relationship Type="http://schemas.openxmlformats.org/officeDocument/2006/relationships/slideLayout" Target="/ppt/slideLayouts/slideLayout2.xml" Id="Rffb3bb1b55ce4f68" /><Relationship Type="http://schemas.openxmlformats.org/officeDocument/2006/relationships/slideLayout" Target="/ppt/slideLayouts/slideLayout3.xml" Id="R0124e50a84ba48a3" /><Relationship Type="http://schemas.openxmlformats.org/officeDocument/2006/relationships/slideLayout" Target="/ppt/slideLayouts/slideLayout4.xml" Id="R1068df1f5f634ed2" /><Relationship Type="http://schemas.openxmlformats.org/officeDocument/2006/relationships/slideLayout" Target="/ppt/slideLayouts/slideLayout5.xml" Id="R98b07b5b92d94cf4" /><Relationship Type="http://schemas.openxmlformats.org/officeDocument/2006/relationships/slideLayout" Target="/ppt/slideLayouts/slideLayout6.xml" Id="R487c4deac13943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4d4ae88ef14610"/>
    <p:sldLayoutId xmlns:r="http://schemas.openxmlformats.org/officeDocument/2006/relationships" id="2147483650" r:id="Rffb3bb1b55ce4f68"/>
    <p:sldLayoutId xmlns:r="http://schemas.openxmlformats.org/officeDocument/2006/relationships" id="2147483651" r:id="R0124e50a84ba48a3"/>
    <p:sldLayoutId xmlns:r="http://schemas.openxmlformats.org/officeDocument/2006/relationships" id="2147483652" r:id="R1068df1f5f634ed2"/>
    <p:sldLayoutId xmlns:r="http://schemas.openxmlformats.org/officeDocument/2006/relationships" id="2147483653" r:id="R98b07b5b92d94cf4"/>
    <p:sldLayoutId xmlns:r="http://schemas.openxmlformats.org/officeDocument/2006/relationships" id="2147483654" r:id="R487c4deac13943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5e811799940f9" /><Relationship Type="http://schemas.openxmlformats.org/officeDocument/2006/relationships/notesSlide" Target="/ppt/notesSlides/notesSlide1.xml" Id="R900becb7250b4d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E70D2-B565-49C4-BCF4-B2A08CDB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7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7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733"/>
                </a:solidFill>
                <a:latin typeface="Arial"/>
                <a:ea typeface="Arial"/>
                <a:cs typeface="Arial"/>
              </a:rPr>
              <a:t>Критическое мышление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52640-BE69-43FA-BE46-4C54F854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3659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36594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36594B"/>
                </a:solidFill>
                <a:latin typeface="Arial"/>
                <a:ea typeface="Arial"/>
                <a:cs typeface="Arial"/>
              </a:rPr>
              <a:t>Проверяйте первоисточник, дату публикации и контекст. Уверенный тон автора не заменяет доказательства.</a:t>
            </a:r>
          </a:p>
        </p:txBody>
      </p:sp>
    </p:spTree>
    <p:extLst>
      <p:ext uri="{BB962C8B-B14F-4D97-AF65-F5344CB8AC3E}">
        <p14:creationId xmlns:p14="http://schemas.microsoft.com/office/powerpoint/2010/main" val="1780287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2026-10-12T12:08:22.1730000Z</dcterms:created>
  <dcterms:modified xsi:type="dcterms:W3CDTF">2026-10-12T12:08:22.1730000Z</dcterms:modified>
</coreProperties>
</file>