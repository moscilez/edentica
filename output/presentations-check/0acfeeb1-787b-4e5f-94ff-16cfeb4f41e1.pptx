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6fc85e11764a32" /><Relationship Type="http://schemas.openxmlformats.org/officeDocument/2006/relationships/extended-properties" Target="/docProps/app.xml" Id="Rfc61160429ce4f86" /><Relationship Type="http://schemas.openxmlformats.org/officeDocument/2006/relationships/officeDocument" Target="/ppt/presentation.xml" Id="R7d445bc7716940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2d6c912154405f"/>
  </p:sldMasterIdLst>
  <p:notesMasterIdLst>
    <p:notesMasterId xmlns:r="http://schemas.openxmlformats.org/officeDocument/2006/relationships" r:id="Rcda560ed7edc46ed"/>
  </p:notesMasterIdLst>
  <p:sldIdLst>
    <p:sldId xmlns:r="http://schemas.openxmlformats.org/officeDocument/2006/relationships" id="256" r:id="R506adaa7bdc041c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ae7e85bbd84163" /><Relationship Type="http://schemas.openxmlformats.org/officeDocument/2006/relationships/slideMaster" Target="/ppt/slideMasters/slideMaster1.xml" Id="R8b2d6c912154405f" /><Relationship Type="http://schemas.openxmlformats.org/officeDocument/2006/relationships/notesMaster" Target="/ppt/notesMasters/notesMaster1.xml" Id="Rcda560ed7edc46ed" /><Relationship Type="http://schemas.openxmlformats.org/officeDocument/2006/relationships/presProps" Target="/ppt/presProps.xml" Id="Rcaba886dde394500" /><Relationship Type="http://schemas.openxmlformats.org/officeDocument/2006/relationships/tableStyles" Target="/ppt/tableStyles.xml" Id="R691a9d87c21f45b7" /><Relationship Type="http://schemas.openxmlformats.org/officeDocument/2006/relationships/slide" Target="/ppt/slides/slide1.xml" Id="R506adaa7bdc041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2ea2e408cd45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568e79257c456d" /><Relationship Type="http://schemas.openxmlformats.org/officeDocument/2006/relationships/notesMaster" Target="/ppt/notesMasters/notesMaster1.xml" Id="R8690f0205f3a48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0cf2ffd59f405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e5e74b43ae422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16618998f34d2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3f155a377c495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413d9d98dd43a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6f95fd08aa42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FC204F0-5EA0-41D4-BE2E-537D2479AA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2F70040-11A8-4A12-8E34-BCDB4AFCA13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A44CE61-C22B-4195-85F7-2EE9DA8F97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5C118A6-5536-441D-A239-ED52922857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867FAB4-0D5A-48BE-9D97-AD5CFB752F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B3FB720-2BBE-4A01-B5B6-9D7A5F7BF9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BF5CD91-D420-45F7-BAAC-274913632A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8C3D5CF-3274-4182-A497-1C72DC70226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164DDA9-5E3B-4871-86D9-0F70EBDBE0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D477C96-70E1-4E74-8438-323F710B02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288dd612114790" /><Relationship Type="http://schemas.openxmlformats.org/officeDocument/2006/relationships/slideLayout" Target="/ppt/slideLayouts/slideLayout1.xml" Id="R1c1ea5bf16e0469f" /><Relationship Type="http://schemas.openxmlformats.org/officeDocument/2006/relationships/slideLayout" Target="/ppt/slideLayouts/slideLayout2.xml" Id="R5a8d334cffe64c7b" /><Relationship Type="http://schemas.openxmlformats.org/officeDocument/2006/relationships/slideLayout" Target="/ppt/slideLayouts/slideLayout3.xml" Id="R86fb212a56f444e5" /><Relationship Type="http://schemas.openxmlformats.org/officeDocument/2006/relationships/slideLayout" Target="/ppt/slideLayouts/slideLayout4.xml" Id="R387fa80824574c0a" /><Relationship Type="http://schemas.openxmlformats.org/officeDocument/2006/relationships/slideLayout" Target="/ppt/slideLayouts/slideLayout5.xml" Id="Rc08df629379143e6" /><Relationship Type="http://schemas.openxmlformats.org/officeDocument/2006/relationships/slideLayout" Target="/ppt/slideLayouts/slideLayout6.xml" Id="R1c338e2c2c0e4c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1ea5bf16e0469f"/>
    <p:sldLayoutId xmlns:r="http://schemas.openxmlformats.org/officeDocument/2006/relationships" id="2147483650" r:id="R5a8d334cffe64c7b"/>
    <p:sldLayoutId xmlns:r="http://schemas.openxmlformats.org/officeDocument/2006/relationships" id="2147483651" r:id="R86fb212a56f444e5"/>
    <p:sldLayoutId xmlns:r="http://schemas.openxmlformats.org/officeDocument/2006/relationships" id="2147483652" r:id="R387fa80824574c0a"/>
    <p:sldLayoutId xmlns:r="http://schemas.openxmlformats.org/officeDocument/2006/relationships" id="2147483653" r:id="Rc08df629379143e6"/>
    <p:sldLayoutId xmlns:r="http://schemas.openxmlformats.org/officeDocument/2006/relationships" id="2147483654" r:id="R1c338e2c2c0e4c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bd17a218ac492e" /><Relationship Type="http://schemas.openxmlformats.org/officeDocument/2006/relationships/notesSlide" Target="/ppt/notesSlides/notesSlide1.xml" Id="Rd379c3b4eb15436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12F464-44D1-4A1B-83FF-FDDF427FD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858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7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73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733"/>
                </a:solidFill>
                <a:latin typeface="Arial"/>
                <a:ea typeface="Arial"/>
                <a:cs typeface="Arial"/>
              </a:rPr>
              <a:t>Критическое мышление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67E633-22AF-427D-A2B9-40FE9757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0858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>
                <a:solidFill>
                  <a:srgbClr val="3659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>
                <a:solidFill>
                  <a:srgbClr val="36594B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36594B"/>
                </a:solidFill>
                <a:latin typeface="Arial"/>
                <a:ea typeface="Arial"/>
                <a:cs typeface="Arial"/>
              </a:rPr>
              <a:t>Проверяйте первоисточник, дату публикации и контекст. Уверенный тон автора не заменяет доказательства.</a:t>
            </a:r>
          </a:p>
        </p:txBody>
      </p:sp>
    </p:spTree>
    <p:extLst>
      <p:ext uri="{BB962C8B-B14F-4D97-AF65-F5344CB8AC3E}">
        <p14:creationId xmlns:p14="http://schemas.microsoft.com/office/powerpoint/2010/main" val="8281734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2026-10-12T12:07:19.9400000Z</dcterms:created>
  <dcterms:modified xsi:type="dcterms:W3CDTF">2026-10-12T12:07:19.9400000Z</dcterms:modified>
</coreProperties>
</file>